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63303" y="1360438"/>
            <a:ext cx="593359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ModularData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82986" y="2598688"/>
            <a:ext cx="528143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Data Transformation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98738" y="3516213"/>
            <a:ext cx="32093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it. Transform it. Done.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355527"/>
            <a:ext cx="7874198" cy="1707952"/>
          </a:xfrm>
          <a:prstGeom prst="roundRect">
            <a:avLst>
              <a:gd name="adj" fmla="val 5949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1355527"/>
            <a:ext cx="0" cy="1707952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2101" y="1672977"/>
            <a:ext cx="717671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2101" y="2479328"/>
            <a:ext cx="7176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data work is spent cleaning and preparing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317379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coding skills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Python, SQL, Excel formulas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01" y="3707904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are complex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Steep learning curves, expensive licenses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4901" y="4098429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users are blocked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Dependent on engineering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28427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data using plain English: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714202"/>
            <a:ext cx="7874198" cy="584002"/>
          </a:xfrm>
          <a:prstGeom prst="roundRect">
            <a:avLst>
              <a:gd name="adj" fmla="val 1739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1714202"/>
            <a:ext cx="0" cy="584002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976" y="1891903"/>
            <a:ext cx="7335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"Remove rows where email is blank"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01" y="2425154"/>
            <a:ext cx="7874198" cy="584002"/>
          </a:xfrm>
          <a:prstGeom prst="roundRect">
            <a:avLst>
              <a:gd name="adj" fmla="val 1739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2425154"/>
            <a:ext cx="0" cy="584002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976" y="2602855"/>
            <a:ext cx="7335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"Convert dates to YYYY-MM-DD format"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901" y="3136106"/>
            <a:ext cx="7874198" cy="584002"/>
          </a:xfrm>
          <a:prstGeom prst="roundRect">
            <a:avLst>
              <a:gd name="adj" fmla="val 1739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58713" y="3136106"/>
            <a:ext cx="0" cy="584002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9976" y="3313807"/>
            <a:ext cx="7335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"Fill missing values with the average"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6159" y="4037558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your intent </a:t>
            </a:r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executes correctly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3061" y="12919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9569" y="141580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4132" y="2015877"/>
            <a:ext cx="1409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4132" y="2326928"/>
            <a:ext cx="14095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CSV data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89820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99730" y="12919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6238" y="141580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80802" y="2015877"/>
            <a:ext cx="1409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80802" y="2326928"/>
            <a:ext cx="14093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 what you want in plain English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6340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86250" y="12919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8" y="141580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67321" y="2015877"/>
            <a:ext cx="1409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67321" y="2326928"/>
            <a:ext cx="140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plan, you review before applying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3009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72919" y="12919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9427" y="141580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3992" y="2015877"/>
            <a:ext cx="1409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3992" y="2326928"/>
            <a:ext cx="1409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transformations with one click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529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59439" y="1291977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65947" y="1415802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0512" y="2015877"/>
            <a:ext cx="1409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40512" y="2326928"/>
            <a:ext cx="14093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reusable module for new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44401" y="1165027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1184077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801" y="1355527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Primitives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01" y="1590377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atomic operations covering all data transformation needs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41502" y="1165027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41502" y="1184077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902" y="1355527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3-Agent AI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902" y="1590377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Strategist interprets, Engineer executes, Tester validates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401" y="2372618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4401" y="2391668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801" y="2563118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801" y="2797969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undo/redo with branching - never lose 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1502" y="2372618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41502" y="2391668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902" y="2563118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Modules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3902" y="2797969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once, run on new data automatically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401" y="3580209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44401" y="3599259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801" y="3770709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6801" y="4005560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anywhere - REST API with full documentation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1502" y="3580209"/>
            <a:ext cx="2844701" cy="1055191"/>
          </a:xfrm>
          <a:prstGeom prst="roundRect">
            <a:avLst>
              <a:gd name="adj" fmla="val 7221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41502" y="3599259"/>
            <a:ext cx="2844701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902" y="3770709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93902" y="400556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exact code that runs - no black box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91977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252" y="141252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6752" y="1291977"/>
            <a:ext cx="66636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Execution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6752" y="1593503"/>
            <a:ext cx="66636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 + same parameters = same output. Always. Reproducible results guaranteed.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028527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5252" y="2149078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6752" y="2028527"/>
            <a:ext cx="62416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Dynamic Code Generation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6752" y="2330053"/>
            <a:ext cx="6241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operations come from 85 registered primitives. No arbitrary code execution risks.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901" y="2765078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252" y="2885629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96752" y="2765078"/>
            <a:ext cx="65704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Matching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6752" y="3066604"/>
            <a:ext cx="6570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automatically adapt to new data via intelligent schema matching and validation.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901" y="3501628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5252" y="3622179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6752" y="3501628"/>
            <a:ext cx="52937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6752" y="3803154"/>
            <a:ext cx="5293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see exactly what code runs. No black box - complete auditability.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3673525" cy="1539478"/>
          </a:xfrm>
          <a:prstGeom prst="roundRect">
            <a:avLst>
              <a:gd name="adj" fmla="val 6600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194" y="1545878"/>
            <a:ext cx="322903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0194" y="2133154"/>
            <a:ext cx="32290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Market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0194" y="2406104"/>
            <a:ext cx="32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15% annually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021955"/>
            <a:ext cx="3673525" cy="1304627"/>
          </a:xfrm>
          <a:prstGeom prst="roundRect">
            <a:avLst>
              <a:gd name="adj" fmla="val 7788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94" y="3275856"/>
            <a:ext cx="322903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0194" y="3863132"/>
            <a:ext cx="32290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Analysts in US alone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291977"/>
            <a:ext cx="0" cy="3534073"/>
          </a:xfrm>
          <a:prstGeom prst="line">
            <a:avLst/>
          </a:prstGeom>
          <a:noFill/>
          <a:ln w="19050">
            <a:solidFill>
              <a:srgbClr val="252A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2525" y="1291977"/>
            <a:ext cx="37469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Data Analysts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2525" y="1628477"/>
            <a:ext cx="3746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they want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lack coding skills to implement 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2525" y="2072878"/>
            <a:ext cx="37469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Business 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2525" y="2409379"/>
            <a:ext cx="3746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finance, operations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teams who receive CSVs that need cleaning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2525" y="2853779"/>
            <a:ext cx="37469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Tertiary: Developers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62525" y="3190280"/>
            <a:ext cx="3746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data exploration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prototyping without writing boilerplate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1000" y="1165027"/>
            <a:ext cx="1981200" cy="3470523"/>
          </a:xfrm>
          <a:prstGeom prst="roundRect">
            <a:avLst>
              <a:gd name="adj" fmla="val 5128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88839"/>
            <a:ext cx="1981200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390352"/>
            <a:ext cx="16583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701" y="1593503"/>
            <a:ext cx="1658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Alteryx, Trifacta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1863328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8701" y="2047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features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2218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8701" y="2390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8701" y="2574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interfaces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8701" y="2745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$5K-50K/year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8701" y="2917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learning curve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1165027"/>
            <a:ext cx="1981200" cy="3470523"/>
          </a:xfrm>
          <a:prstGeom prst="roundRect">
            <a:avLst>
              <a:gd name="adj" fmla="val 5128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14600" y="1188839"/>
            <a:ext cx="1981200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2301" y="1390352"/>
            <a:ext cx="16583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2301" y="1593503"/>
            <a:ext cx="1658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Airtable, Retool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2301" y="1863328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2301" y="2047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start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2301" y="2218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2301" y="2390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2301" y="2574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transforms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2301" y="2745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data-focused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2301" y="2917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issues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8200" y="1165027"/>
            <a:ext cx="1981200" cy="3470523"/>
          </a:xfrm>
          <a:prstGeom prst="roundRect">
            <a:avLst>
              <a:gd name="adj" fmla="val 5128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48200" y="1188839"/>
            <a:ext cx="1981200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5901" y="1390352"/>
            <a:ext cx="16583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5901" y="1593503"/>
            <a:ext cx="1658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DataRobot, Akkio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5901" y="1863328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5901" y="2047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capabilities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5901" y="2218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insights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901" y="2390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5901" y="25744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focused, not prep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5901" y="27458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results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5901" y="291732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81800" y="1165027"/>
            <a:ext cx="1981200" cy="3470523"/>
          </a:xfrm>
          <a:prstGeom prst="roundRect">
            <a:avLst>
              <a:gd name="adj" fmla="val 5128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781800" y="1188839"/>
            <a:ext cx="1981200" cy="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9501" y="1390352"/>
            <a:ext cx="16583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59501" y="1593503"/>
            <a:ext cx="16583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+ Deterministic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59501" y="2006203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59501" y="2190304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 interface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59501" y="2361754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results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59501" y="2533204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code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59501" y="2704654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pricing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59501" y="2876104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modules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1841599" cy="3534073"/>
          </a:xfrm>
          <a:prstGeom prst="roundRect">
            <a:avLst>
              <a:gd name="adj" fmla="val 551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315789"/>
            <a:ext cx="1841599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8513" y="1593503"/>
            <a:ext cx="1360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8513" y="1904554"/>
            <a:ext cx="1360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1851" y="23775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851" y="27204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rows/month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851" y="29490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851" y="31776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34062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3450" y="1291977"/>
            <a:ext cx="1841599" cy="3534073"/>
          </a:xfrm>
          <a:prstGeom prst="roundRect">
            <a:avLst>
              <a:gd name="adj" fmla="val 5517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603450" y="1315789"/>
            <a:ext cx="1841599" cy="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4013" y="1593503"/>
            <a:ext cx="1360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44013" y="1904554"/>
            <a:ext cx="1360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57351" y="23775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57351" y="27204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rows/month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57351" y="29490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modules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57351" y="31776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57351" y="34062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primitives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8950" y="1291977"/>
            <a:ext cx="1841599" cy="3534073"/>
          </a:xfrm>
          <a:prstGeom prst="roundRect">
            <a:avLst>
              <a:gd name="adj" fmla="val 551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98950" y="1315789"/>
            <a:ext cx="1841599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9513" y="1593503"/>
            <a:ext cx="1360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9513" y="1904554"/>
            <a:ext cx="1360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952851" y="23775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2851" y="27204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rows/month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2851" y="29490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team members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2851" y="3177629"/>
            <a:ext cx="13604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features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2851" y="35586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modules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94450" y="1291977"/>
            <a:ext cx="1841599" cy="3534073"/>
          </a:xfrm>
          <a:prstGeom prst="roundRect">
            <a:avLst>
              <a:gd name="adj" fmla="val 5517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94450" y="1315789"/>
            <a:ext cx="1841599" cy="0"/>
          </a:xfrm>
          <a:prstGeom prst="line">
            <a:avLst/>
          </a:prstGeom>
          <a:noFill/>
          <a:ln w="47625">
            <a:solidFill>
              <a:srgbClr val="8892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5013" y="1593503"/>
            <a:ext cx="1360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35013" y="1904554"/>
            <a:ext cx="1360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048351" y="23775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8351" y="27204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rows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8351" y="29490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/ SAML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8351" y="31776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8351" y="3406229"/>
            <a:ext cx="1360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option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628477"/>
            <a:ext cx="3873550" cy="47625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628477"/>
            <a:ext cx="0" cy="47625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780877"/>
            <a:ext cx="359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Complete: Core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231678"/>
            <a:ext cx="3873550" cy="47625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231678"/>
            <a:ext cx="0" cy="47625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384078"/>
            <a:ext cx="359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transformation primitives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834878"/>
            <a:ext cx="3873550" cy="47625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834878"/>
            <a:ext cx="0" cy="47625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75" y="2987278"/>
            <a:ext cx="359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deploy &amp; run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438079"/>
            <a:ext cx="3873550" cy="47625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3438079"/>
            <a:ext cx="0" cy="47625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975" y="3590479"/>
            <a:ext cx="359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in development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4041279"/>
            <a:ext cx="3873550" cy="47625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4041279"/>
            <a:ext cx="0" cy="47625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975" y="4193679"/>
            <a:ext cx="359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validation phase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0" y="1228427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ROADMAP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2500" y="1628477"/>
            <a:ext cx="39510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Launch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2500" y="1876127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release, beta users, feedback loop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2500" y="2180927"/>
            <a:ext cx="39510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2500" y="2428577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marketplace, team features, monetization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2500" y="2733377"/>
            <a:ext cx="39510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Connections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2500" y="2981027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S3, PostgreSQL, MySQL connectors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2500" y="3285827"/>
            <a:ext cx="39510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Automation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2500" y="3533477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workflows, enterprise features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4391" y="1487537"/>
            <a:ext cx="3655219" cy="2952304"/>
          </a:xfrm>
          <a:prstGeom prst="roundRect">
            <a:avLst>
              <a:gd name="adj" fmla="val 5162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4391" y="1511350"/>
            <a:ext cx="3655219" cy="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0" y="185261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69076" y="2125712"/>
            <a:ext cx="205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25948" y="2805113"/>
            <a:ext cx="26921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Kyle Kufuor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25948" y="3151138"/>
            <a:ext cx="26921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25948" y="3474988"/>
            <a:ext cx="26921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5948" y="3690789"/>
            <a:ext cx="26921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building data pipelines at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25948" y="3906589"/>
            <a:ext cx="26921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Passionate about democratizing data tools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03127"/>
            <a:ext cx="3873550" cy="1450777"/>
          </a:xfrm>
          <a:prstGeom prst="roundRect">
            <a:avLst>
              <a:gd name="adj" fmla="val 8754"/>
            </a:avLst>
          </a:prstGeom>
          <a:solidFill>
            <a:srgbClr val="1E3A2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7625" y="1476077"/>
            <a:ext cx="339420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7625" y="2171402"/>
            <a:ext cx="33942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844403"/>
            <a:ext cx="39510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142804"/>
            <a:ext cx="710952" cy="272951"/>
          </a:xfrm>
          <a:prstGeom prst="roundRect">
            <a:avLst>
              <a:gd name="adj" fmla="val 186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4372" y="3193554"/>
            <a:ext cx="51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5853" y="3193554"/>
            <a:ext cx="829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3491954"/>
            <a:ext cx="710952" cy="272951"/>
          </a:xfrm>
          <a:prstGeom prst="roundRect">
            <a:avLst>
              <a:gd name="adj" fmla="val 186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4372" y="3542705"/>
            <a:ext cx="51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45853" y="3542705"/>
            <a:ext cx="915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841105"/>
            <a:ext cx="710952" cy="272951"/>
          </a:xfrm>
          <a:prstGeom prst="roundRect">
            <a:avLst>
              <a:gd name="adj" fmla="val 186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4372" y="3891855"/>
            <a:ext cx="51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45853" y="3891855"/>
            <a:ext cx="915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4190256"/>
            <a:ext cx="710952" cy="272951"/>
          </a:xfrm>
          <a:prstGeom prst="roundRect">
            <a:avLst>
              <a:gd name="adj" fmla="val 1861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4372" y="4241006"/>
            <a:ext cx="51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5853" y="4241006"/>
            <a:ext cx="7603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0" y="1203127"/>
            <a:ext cx="3873550" cy="1676102"/>
          </a:xfrm>
          <a:prstGeom prst="roundRect">
            <a:avLst>
              <a:gd name="adj" fmla="val 6062"/>
            </a:avLst>
          </a:prstGeom>
          <a:solidFill>
            <a:srgbClr val="252A4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3000" y="1393627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MILESTONES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3000" y="1672977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active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3000" y="1876127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ARR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3000" y="2079278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marketplace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3000" y="2282428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pilots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3000" y="248557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6085" y="854125"/>
            <a:ext cx="376566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643714" y="1939975"/>
            <a:ext cx="1856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43714" y="2212925"/>
            <a:ext cx="18565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modulardata.io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15171" y="2698700"/>
            <a:ext cx="2713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15171" y="2971651"/>
            <a:ext cx="2713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hello@modulardata.io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56892" y="3965377"/>
            <a:ext cx="37028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data together.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ModularData Pitch Deck</dc:title>
  <dc:subject>AI-Powered Data Transformation</dc:subject>
  <dc:creator>Kyle Kufuor</dc:creator>
  <cp:lastModifiedBy>Kyle Kufuor</cp:lastModifiedBy>
  <cp:revision>1</cp:revision>
  <dcterms:created xsi:type="dcterms:W3CDTF">2026-01-17T06:42:27Z</dcterms:created>
  <dcterms:modified xsi:type="dcterms:W3CDTF">2026-01-17T06:42:27Z</dcterms:modified>
</cp:coreProperties>
</file>